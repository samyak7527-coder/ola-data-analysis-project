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yak kocheta" userId="72fed97f1c13b469" providerId="LiveId" clId="{7334EE92-EAF1-4DFE-B409-A251ADBAD75E}"/>
    <pc:docChg chg="modSld">
      <pc:chgData name="Samyak kocheta" userId="72fed97f1c13b469" providerId="LiveId" clId="{7334EE92-EAF1-4DFE-B409-A251ADBAD75E}" dt="2025-11-09T12:05:36.155" v="0"/>
      <pc:docMkLst>
        <pc:docMk/>
      </pc:docMkLst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668306658" sldId="256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4086118496" sldId="257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670203190" sldId="258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970738688" sldId="259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506368629" sldId="260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888934926" sldId="261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560752571" sldId="262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567464798" sldId="263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940486501" sldId="264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207176616" sldId="265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4033537825" sldId="266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057359050" sldId="267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688083392" sldId="268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1300017705" sldId="269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167807994" sldId="270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166308220" sldId="271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3510813604" sldId="272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1204460445" sldId="273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002308539" sldId="274"/>
        </pc:sldMkLst>
      </pc:sldChg>
      <pc:sldChg chg="modTransition">
        <pc:chgData name="Samyak kocheta" userId="72fed97f1c13b469" providerId="LiveId" clId="{7334EE92-EAF1-4DFE-B409-A251ADBAD75E}" dt="2025-11-09T12:05:36.155" v="0"/>
        <pc:sldMkLst>
          <pc:docMk/>
          <pc:sldMk cId="268590347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9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9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7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1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22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881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49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3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6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8591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32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8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0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278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40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76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Relationship Id="rId6" Type="http://schemas.openxmlformats.org/officeDocument/2006/relationships/hyperlink" Target="https://luciamonterorodriguez.com/conoce-que-te-ofrece-microsoft-power-bi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hyperlink" Target="https://luciamonterorodriguez.com/conoce-que-te-ofrece-microsoft-power-bi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2CCA-06F5-179F-8BEE-26FCC963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934066"/>
            <a:ext cx="10719620" cy="1229032"/>
          </a:xfrm>
        </p:spPr>
        <p:txBody>
          <a:bodyPr anchor="ctr"/>
          <a:lstStyle/>
          <a:p>
            <a:pPr algn="ctr"/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DATA ANALYSIS ON OLA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70600-3F12-553E-C57B-1902614E7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3703" y="5397131"/>
            <a:ext cx="4729315" cy="10135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Name : Apurv Toshniwal</a:t>
            </a:r>
          </a:p>
          <a:p>
            <a:r>
              <a:rPr lang="en-US" dirty="0">
                <a:solidFill>
                  <a:srgbClr val="00B0F0"/>
                </a:solidFill>
              </a:rPr>
              <a:t>PRN : 22310547</a:t>
            </a:r>
          </a:p>
          <a:p>
            <a:r>
              <a:rPr lang="en-IN" dirty="0">
                <a:solidFill>
                  <a:srgbClr val="00B0F0"/>
                </a:solidFill>
              </a:rPr>
              <a:t>Roll No. BTECH3A431020</a:t>
            </a:r>
          </a:p>
          <a:p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7365F5-EBAB-0C8B-CC75-B6947F573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8866" y="1789814"/>
            <a:ext cx="9812592" cy="35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830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6"/>
    </mc:Choice>
    <mc:Fallback xmlns="">
      <p:transition spd="slow" advTm="12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04CA-3D35-3DBA-2412-49F17A88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4" y="1759974"/>
            <a:ext cx="3672347" cy="2133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ABOUT OLA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2D7C-D7A4-B165-6D49-FE7F51FD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794" y="629265"/>
            <a:ext cx="6570405" cy="558942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Segoe UI Variable Small Semilig" pitchFamily="2" charset="0"/>
              </a:rPr>
              <a:t>Ola is India’s largest mobility platform and one of the world’s largest ride-hailing companies, serving 250+ cities across India, Australia, New Zealand, and the UK. The Ola app offers mobility solutions by connecting customers to drivers and a wide range of vehicles across bikes, auto-rickshaws, metered taxis, and cabs, enabling convenience and transparency for hundreds of millions of consumers and over 1.5 million driver-partners.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Segoe UI Variable Small Semilig" pitchFamily="2" charset="0"/>
              </a:rPr>
              <a:t>Ola’s core mobility offering in India is supplemented by its electric-vehicle arm, Ola Electric; India’s largest fleet management business, Ola Fleet Technologies and Ola Skilling, that aims to enable millions of livelihood opportunities for India's youth. India’s leading public transportation app and investment in Vigo, a dockless scooter sharing solution, Ola is looking to build mobility for the next billion Indians. </a:t>
            </a:r>
          </a:p>
          <a:p>
            <a:endParaRPr lang="en-IN" dirty="0"/>
          </a:p>
        </p:txBody>
      </p:sp>
      <p:sp>
        <p:nvSpPr>
          <p:cNvPr id="4" name="AutoShape 2" descr="Ola cabs logo SVG file – vector download">
            <a:extLst>
              <a:ext uri="{FF2B5EF4-FFF2-40B4-BE49-F238E27FC236}">
                <a16:creationId xmlns:a16="http://schemas.microsoft.com/office/drawing/2014/main" id="{3AA1D12A-F243-FEDA-FD34-FC5216BA33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327660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6" descr="OLA Logo by Ali Ckreative on Dribbble">
            <a:extLst>
              <a:ext uri="{FF2B5EF4-FFF2-40B4-BE49-F238E27FC236}">
                <a16:creationId xmlns:a16="http://schemas.microsoft.com/office/drawing/2014/main" id="{F09E5F94-EC87-B35B-8097-CC92EFE56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27" y="2580659"/>
            <a:ext cx="4016477" cy="301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611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7"/>
    </mc:Choice>
    <mc:Fallback xmlns="">
      <p:transition spd="slow" advTm="6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B8FE-ED35-00A8-B877-5301D62C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618" y="762000"/>
            <a:ext cx="10817581" cy="1295400"/>
          </a:xfrm>
        </p:spPr>
        <p:txBody>
          <a:bodyPr anchor="b"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TOOLS USED FOR PROJECT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1FDD-5373-93C2-0FB7-484D1DFD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1869" y="2236481"/>
            <a:ext cx="3504536" cy="717536"/>
          </a:xfrm>
        </p:spPr>
        <p:txBody>
          <a:bodyPr/>
          <a:lstStyle/>
          <a:p>
            <a:pPr algn="ctr"/>
            <a:r>
              <a:rPr lang="en-US" dirty="0"/>
              <a:t>PYTHON IN VS CODE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76D01-DDD2-B679-B409-EF2154152BF9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6530107" y="2255133"/>
            <a:ext cx="3451582" cy="83219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the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of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Connecting with MySQL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2DEAA1-8950-C483-4B7C-392E2D852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99936" y="3551010"/>
            <a:ext cx="3448935" cy="682765"/>
          </a:xfrm>
        </p:spPr>
        <p:txBody>
          <a:bodyPr/>
          <a:lstStyle/>
          <a:p>
            <a:pPr algn="ctr"/>
            <a:r>
              <a:rPr lang="en-US" dirty="0"/>
              <a:t>MYSQL 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16A0C8-2D10-3866-0266-C056DFC2AD6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32754" y="3567130"/>
            <a:ext cx="3448935" cy="682765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Exploring the dataset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DC9B3F-B6CD-A148-CCD5-B6D9D29244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99936" y="5044620"/>
            <a:ext cx="3456469" cy="682765"/>
          </a:xfrm>
        </p:spPr>
        <p:txBody>
          <a:bodyPr/>
          <a:lstStyle/>
          <a:p>
            <a:pPr algn="ctr"/>
            <a:r>
              <a:rPr lang="en-US" dirty="0"/>
              <a:t>POWER BI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0933659-B192-8FA1-5556-80AD16C07A98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6593557" y="5044620"/>
            <a:ext cx="3452445" cy="682765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the dashboards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A573972-4D0F-3DEA-1882-F859EBE26DA2}"/>
              </a:ext>
            </a:extLst>
          </p:cNvPr>
          <p:cNvPicPr>
            <a:picLocks noGrp="1" noChangeAspect="1" noChangeArrowheads="1"/>
          </p:cNvPicPr>
          <p:nvPr>
            <p:ph type="pic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 b="1976"/>
          <a:stretch>
            <a:fillRect/>
          </a:stretch>
        </p:blipFill>
        <p:spPr bwMode="auto">
          <a:xfrm>
            <a:off x="1288744" y="2236480"/>
            <a:ext cx="1336469" cy="85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ySQL logo PNG transparent image download, size: 1280x1280px">
            <a:extLst>
              <a:ext uri="{FF2B5EF4-FFF2-40B4-BE49-F238E27FC236}">
                <a16:creationId xmlns:a16="http://schemas.microsoft.com/office/drawing/2014/main" id="{6F1948BA-4ACC-272F-924A-F3783F9344B1}"/>
              </a:ext>
            </a:extLst>
          </p:cNvPr>
          <p:cNvPicPr>
            <a:picLocks noGrp="1" noChangeAspect="1" noChangeArrowheads="1"/>
          </p:cNvPicPr>
          <p:nvPr>
            <p:ph type="pic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r="3473"/>
          <a:stretch>
            <a:fillRect/>
          </a:stretch>
        </p:blipFill>
        <p:spPr bwMode="auto">
          <a:xfrm>
            <a:off x="1288744" y="3428999"/>
            <a:ext cx="1336470" cy="100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E7E224B8-D369-31B7-7326-B27913FE2270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14142" b="14142"/>
          <a:stretch>
            <a:fillRect/>
          </a:stretch>
        </p:blipFill>
        <p:spPr bwMode="auto">
          <a:xfrm>
            <a:off x="1326314" y="4830769"/>
            <a:ext cx="1336470" cy="117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020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63"/>
    </mc:Choice>
    <mc:Fallback xmlns="">
      <p:transition spd="slow" advTm="217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6" grpId="0" build="p"/>
      <p:bldP spid="8" grpId="0" build="p"/>
      <p:bldP spid="9" grpId="0" build="p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D99A-442B-01BB-97FB-6CDC75DB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9432"/>
            <a:ext cx="10591800" cy="2330245"/>
          </a:xfrm>
        </p:spPr>
        <p:txBody>
          <a:bodyPr anchor="b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Analysis of the dataset in python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035195C-079F-A601-4F45-E628FF4D2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 b="1976"/>
          <a:stretch>
            <a:fillRect/>
          </a:stretch>
        </p:blipFill>
        <p:spPr bwMode="auto">
          <a:xfrm>
            <a:off x="4847663" y="3429000"/>
            <a:ext cx="2575692" cy="163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230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1"/>
    </mc:Choice>
    <mc:Fallback xmlns="">
      <p:transition spd="slow" advTm="3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5002F-B847-867F-BEF2-AC9E77E7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67" y="786580"/>
            <a:ext cx="10916265" cy="1288026"/>
          </a:xfrm>
        </p:spPr>
        <p:txBody>
          <a:bodyPr anchor="ctr"/>
          <a:lstStyle/>
          <a:p>
            <a:pPr algn="ctr"/>
            <a:r>
              <a:rPr lang="en-US" dirty="0"/>
              <a:t>Loading the Dataset in Vs Code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2CE0A-D7E5-D315-2182-BC37648C3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26" y="2074606"/>
            <a:ext cx="10658190" cy="757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47E28D-A2F6-7746-8773-FE1DF1D49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420" y="3018501"/>
            <a:ext cx="7905158" cy="34503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073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91"/>
    </mc:Choice>
    <mc:Fallback xmlns="">
      <p:transition spd="slow" advTm="9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E600-9906-2723-95E8-082C86E0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65471"/>
            <a:ext cx="10867103" cy="1425677"/>
          </a:xfrm>
        </p:spPr>
        <p:txBody>
          <a:bodyPr anchor="b"/>
          <a:lstStyle/>
          <a:p>
            <a:pPr algn="ctr"/>
            <a:r>
              <a:rPr lang="en-US" dirty="0"/>
              <a:t>Handling the missing data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38F93-171D-8E06-92A1-449CE8F55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50" y="1770893"/>
            <a:ext cx="10867102" cy="539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27AFFB-BD0D-89C5-9A0A-9AECF5BD6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50" y="2415452"/>
            <a:ext cx="11056853" cy="1013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01771-A4D3-9F16-CD7D-8D683272C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47" y="3080422"/>
            <a:ext cx="3616192" cy="339119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928612-0B8E-9A45-E9A5-D3AD0AFC4BB0}"/>
              </a:ext>
            </a:extLst>
          </p:cNvPr>
          <p:cNvCxnSpPr>
            <a:cxnSpLocks/>
          </p:cNvCxnSpPr>
          <p:nvPr/>
        </p:nvCxnSpPr>
        <p:spPr>
          <a:xfrm>
            <a:off x="4522839" y="4224541"/>
            <a:ext cx="23597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CE0B1F9-9C2C-7556-4564-5E39297A68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63" y="3080422"/>
            <a:ext cx="3347737" cy="34483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636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56"/>
    </mc:Choice>
    <mc:Fallback xmlns="">
      <p:transition spd="slow" advTm="7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916E-3BD9-9030-D4BE-4DD9B7B12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764373"/>
            <a:ext cx="11063748" cy="1293028"/>
          </a:xfrm>
        </p:spPr>
        <p:txBody>
          <a:bodyPr anchor="b"/>
          <a:lstStyle/>
          <a:p>
            <a:pPr algn="ctr"/>
            <a:r>
              <a:rPr lang="en-US" dirty="0"/>
              <a:t>Connecting with MySQL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03DD9-5AAF-FA4B-262C-B7EDC0175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235" y="2226614"/>
            <a:ext cx="9121930" cy="37808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88B695-5843-566B-03AB-7A8811068F10}"/>
              </a:ext>
            </a:extLst>
          </p:cNvPr>
          <p:cNvSpPr/>
          <p:nvPr/>
        </p:nvSpPr>
        <p:spPr>
          <a:xfrm>
            <a:off x="3323303" y="3598606"/>
            <a:ext cx="953729" cy="167149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93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8"/>
    </mc:Choice>
    <mc:Fallback xmlns="">
      <p:transition spd="slow" advTm="38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9EE98-B57E-5007-D07C-04B8D18F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2" y="1789470"/>
            <a:ext cx="11159613" cy="1396181"/>
          </a:xfrm>
        </p:spPr>
        <p:txBody>
          <a:bodyPr anchor="b"/>
          <a:lstStyle/>
          <a:p>
            <a:pPr algn="ctr"/>
            <a:r>
              <a:rPr lang="en-US" dirty="0"/>
              <a:t>Exploring the dataset in MySQL</a:t>
            </a:r>
            <a:endParaRPr lang="en-IN" dirty="0"/>
          </a:p>
        </p:txBody>
      </p:sp>
      <p:pic>
        <p:nvPicPr>
          <p:cNvPr id="3" name="Picture 10" descr="MySQL logo PNG transparent image download, size: 1280x1280px">
            <a:extLst>
              <a:ext uri="{FF2B5EF4-FFF2-40B4-BE49-F238E27FC236}">
                <a16:creationId xmlns:a16="http://schemas.microsoft.com/office/drawing/2014/main" id="{122C697B-57C1-A048-7BF0-981B9ADF9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r="3473"/>
          <a:stretch>
            <a:fillRect/>
          </a:stretch>
        </p:blipFill>
        <p:spPr bwMode="auto">
          <a:xfrm>
            <a:off x="4376072" y="3510117"/>
            <a:ext cx="2054225" cy="164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735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3"/>
    </mc:Choice>
    <mc:Fallback xmlns="">
      <p:transition spd="slow" advTm="4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A1F6F6-EA8B-F31D-F585-633933FDD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91" y="3409335"/>
            <a:ext cx="3200253" cy="1115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F4D672-FE95-8D62-8CED-ED8D9D9645E3}"/>
              </a:ext>
            </a:extLst>
          </p:cNvPr>
          <p:cNvSpPr txBox="1"/>
          <p:nvPr/>
        </p:nvSpPr>
        <p:spPr>
          <a:xfrm>
            <a:off x="1066947" y="2593813"/>
            <a:ext cx="2020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Aptos" panose="020B0004020202020204" pitchFamily="34" charset="0"/>
              </a:rPr>
              <a:t>Query</a:t>
            </a:r>
            <a:r>
              <a:rPr lang="en-US" sz="2000" dirty="0"/>
              <a:t>: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0B48C-E8F2-6500-F067-38CCBC2F36AE}"/>
              </a:ext>
            </a:extLst>
          </p:cNvPr>
          <p:cNvSpPr txBox="1"/>
          <p:nvPr/>
        </p:nvSpPr>
        <p:spPr>
          <a:xfrm>
            <a:off x="6381135" y="2593813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ptos" panose="020B0004020202020204" pitchFamily="34" charset="0"/>
              </a:rPr>
              <a:t>Result: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B60B2-B821-70F5-494B-A33A28719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3409335"/>
            <a:ext cx="6685934" cy="2300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8E2694-A454-6997-A3B6-E51A8FF4D433}"/>
              </a:ext>
            </a:extLst>
          </p:cNvPr>
          <p:cNvSpPr txBox="1"/>
          <p:nvPr/>
        </p:nvSpPr>
        <p:spPr>
          <a:xfrm>
            <a:off x="865091" y="1662352"/>
            <a:ext cx="616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Retrieve all successful bookings from dataset.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075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3"/>
    </mc:Choice>
    <mc:Fallback xmlns="">
      <p:transition spd="slow" advTm="68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2E57B-EE18-44E7-3574-0184076E5F11}"/>
              </a:ext>
            </a:extLst>
          </p:cNvPr>
          <p:cNvSpPr txBox="1"/>
          <p:nvPr/>
        </p:nvSpPr>
        <p:spPr>
          <a:xfrm>
            <a:off x="1140541" y="1809135"/>
            <a:ext cx="635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Find Average Ride Distance for each vehicle type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08492-D1F4-A874-9D96-01E50463E17B}"/>
              </a:ext>
            </a:extLst>
          </p:cNvPr>
          <p:cNvSpPr txBox="1"/>
          <p:nvPr/>
        </p:nvSpPr>
        <p:spPr>
          <a:xfrm>
            <a:off x="1106276" y="3173361"/>
            <a:ext cx="2020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Aptos" panose="020B0004020202020204" pitchFamily="34" charset="0"/>
              </a:rPr>
              <a:t>Query</a:t>
            </a:r>
            <a:r>
              <a:rPr lang="en-US" sz="2000" dirty="0"/>
              <a:t>: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E480A-ADDB-7896-07D3-0676EB30DBA4}"/>
              </a:ext>
            </a:extLst>
          </p:cNvPr>
          <p:cNvSpPr txBox="1"/>
          <p:nvPr/>
        </p:nvSpPr>
        <p:spPr>
          <a:xfrm>
            <a:off x="6685935" y="3136490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ptos" panose="020B0004020202020204" pitchFamily="34" charset="0"/>
              </a:rPr>
              <a:t>Result: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F19910-6175-A731-AA68-88D983BAE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59" y="3933963"/>
            <a:ext cx="3642320" cy="14147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019026-66AC-7DC7-A89F-D4B04264B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152" y="3742793"/>
            <a:ext cx="2439332" cy="20189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746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9"/>
    </mc:Choice>
    <mc:Fallback xmlns="">
      <p:transition spd="slow" advTm="95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879875-F92A-C86C-551D-F98D3DA6D553}"/>
              </a:ext>
            </a:extLst>
          </p:cNvPr>
          <p:cNvSpPr txBox="1"/>
          <p:nvPr/>
        </p:nvSpPr>
        <p:spPr>
          <a:xfrm>
            <a:off x="1140541" y="1809135"/>
            <a:ext cx="8367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Find maximum and minimum driver ratings for prime sedan bookings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07089-493A-5AE0-F9E1-BADAC3E6A6E6}"/>
              </a:ext>
            </a:extLst>
          </p:cNvPr>
          <p:cNvSpPr txBox="1"/>
          <p:nvPr/>
        </p:nvSpPr>
        <p:spPr>
          <a:xfrm>
            <a:off x="1106276" y="3173361"/>
            <a:ext cx="2020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Aptos" panose="020B0004020202020204" pitchFamily="34" charset="0"/>
              </a:rPr>
              <a:t>Query</a:t>
            </a:r>
            <a:r>
              <a:rPr lang="en-US" sz="2000" dirty="0"/>
              <a:t>: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F15A3-DCE7-2192-9933-4F332D08FAAC}"/>
              </a:ext>
            </a:extLst>
          </p:cNvPr>
          <p:cNvSpPr txBox="1"/>
          <p:nvPr/>
        </p:nvSpPr>
        <p:spPr>
          <a:xfrm>
            <a:off x="6685935" y="3136490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ptos" panose="020B0004020202020204" pitchFamily="34" charset="0"/>
              </a:rPr>
              <a:t>Result: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67FCA-8DBA-8EB9-745D-84A500EB8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55" y="3902227"/>
            <a:ext cx="5957068" cy="1397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2B24D7-4B7F-2615-DF48-196B1F596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783" y="3902227"/>
            <a:ext cx="4581043" cy="13088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048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88"/>
    </mc:Choice>
    <mc:Fallback xmlns="">
      <p:transition spd="slow" advTm="10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CCA3B-CDAF-2567-1DE5-26A1461463A1}"/>
              </a:ext>
            </a:extLst>
          </p:cNvPr>
          <p:cNvSpPr txBox="1"/>
          <p:nvPr/>
        </p:nvSpPr>
        <p:spPr>
          <a:xfrm>
            <a:off x="1140541" y="1809135"/>
            <a:ext cx="8367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Find average Customer Rating as per vehicle type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1AC2C-AC9E-E271-00F4-D7D8759318D6}"/>
              </a:ext>
            </a:extLst>
          </p:cNvPr>
          <p:cNvSpPr txBox="1"/>
          <p:nvPr/>
        </p:nvSpPr>
        <p:spPr>
          <a:xfrm>
            <a:off x="1106276" y="3173361"/>
            <a:ext cx="2020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Aptos" panose="020B0004020202020204" pitchFamily="34" charset="0"/>
              </a:rPr>
              <a:t>Query</a:t>
            </a:r>
            <a:r>
              <a:rPr lang="en-US" sz="2000" dirty="0"/>
              <a:t>: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D46CA-28EE-AC13-3D71-511E2EEECBE1}"/>
              </a:ext>
            </a:extLst>
          </p:cNvPr>
          <p:cNvSpPr txBox="1"/>
          <p:nvPr/>
        </p:nvSpPr>
        <p:spPr>
          <a:xfrm>
            <a:off x="6685935" y="3136490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ptos" panose="020B0004020202020204" pitchFamily="34" charset="0"/>
              </a:rPr>
              <a:t>Result: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401DD-751F-FB73-1C61-837FA135F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36" y="3829161"/>
            <a:ext cx="4645967" cy="1549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18549B-504A-FE1B-C75B-F766F7C1A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893" y="3719706"/>
            <a:ext cx="3437720" cy="2189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71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68"/>
    </mc:Choice>
    <mc:Fallback xmlns="">
      <p:transition spd="slow" advTm="117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73FF5-905D-1FEB-EAD5-F62B54307BDB}"/>
              </a:ext>
            </a:extLst>
          </p:cNvPr>
          <p:cNvSpPr txBox="1"/>
          <p:nvPr/>
        </p:nvSpPr>
        <p:spPr>
          <a:xfrm>
            <a:off x="1140541" y="1809135"/>
            <a:ext cx="8367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List all incomplete rides along with the reason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BF8A7-2C31-2383-10B5-A6FAEA46FB97}"/>
              </a:ext>
            </a:extLst>
          </p:cNvPr>
          <p:cNvSpPr txBox="1"/>
          <p:nvPr/>
        </p:nvSpPr>
        <p:spPr>
          <a:xfrm>
            <a:off x="1106276" y="3173361"/>
            <a:ext cx="2020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Aptos" panose="020B0004020202020204" pitchFamily="34" charset="0"/>
              </a:rPr>
              <a:t>Query</a:t>
            </a:r>
            <a:r>
              <a:rPr lang="en-US" sz="2000" dirty="0"/>
              <a:t>: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88CA8-E48D-9517-4528-74C73801DD07}"/>
              </a:ext>
            </a:extLst>
          </p:cNvPr>
          <p:cNvSpPr txBox="1"/>
          <p:nvPr/>
        </p:nvSpPr>
        <p:spPr>
          <a:xfrm>
            <a:off x="6685935" y="3136490"/>
            <a:ext cx="235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ptos" panose="020B0004020202020204" pitchFamily="34" charset="0"/>
              </a:rPr>
              <a:t>Result: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159ACD-354E-953F-AE9B-9AC0F183F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41" y="3841389"/>
            <a:ext cx="3791614" cy="1192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F1A7A8-2F0D-5BA7-3A3B-71015EAB3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5" y="3521297"/>
            <a:ext cx="2359742" cy="29384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353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6"/>
    </mc:Choice>
    <mc:Fallback xmlns="">
      <p:transition spd="slow" advTm="99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8D8D-DCD6-D4F9-2CA6-91672CD4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5" y="1327356"/>
            <a:ext cx="10395155" cy="2369574"/>
          </a:xfrm>
        </p:spPr>
        <p:txBody>
          <a:bodyPr/>
          <a:lstStyle/>
          <a:p>
            <a:r>
              <a:rPr lang="en-US" dirty="0"/>
              <a:t>Creating the dashboard in power bi</a:t>
            </a:r>
            <a:endParaRPr lang="en-IN" dirty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4CA3134C-995A-3B8C-6300-824D29A93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4142" b="14142"/>
          <a:stretch>
            <a:fillRect/>
          </a:stretch>
        </p:blipFill>
        <p:spPr bwMode="auto">
          <a:xfrm>
            <a:off x="4972151" y="3355930"/>
            <a:ext cx="2775668" cy="217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808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2"/>
    </mc:Choice>
    <mc:Fallback xmlns="">
      <p:transition spd="slow" advTm="4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7D50-849D-B3B8-15B4-030B4EA3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764374"/>
            <a:ext cx="10867103" cy="671136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ptos" panose="020B0004020202020204" pitchFamily="34" charset="0"/>
              </a:rPr>
              <a:t>Overall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6DA51-D96E-ED2D-AD67-21A35F7F6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83" y="1573161"/>
            <a:ext cx="9836465" cy="5132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001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5"/>
    </mc:Choice>
    <mc:Fallback xmlns="">
      <p:transition spd="slow" advTm="4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D551-7BE1-DACF-0FD4-92D858D0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64373"/>
            <a:ext cx="11572568" cy="9267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ptos" panose="020B0004020202020204" pitchFamily="34" charset="0"/>
              </a:rPr>
              <a:t>Vehicle type</a:t>
            </a:r>
            <a:endParaRPr lang="en-IN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C1ECD-EEC7-6D75-1127-99006B73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03" y="1602658"/>
            <a:ext cx="10427945" cy="50242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80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14"/>
    </mc:Choice>
    <mc:Fallback xmlns="">
      <p:transition spd="slow" advTm="48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219E-2EE3-56E0-6CF4-0FB4B0A5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764373"/>
            <a:ext cx="10677833" cy="93660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ptos" panose="020B0004020202020204" pitchFamily="34" charset="0"/>
              </a:rPr>
              <a:t>revenue</a:t>
            </a:r>
            <a:endParaRPr lang="en-IN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1DEBF-7688-C568-5860-05BC77649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59" y="1494503"/>
            <a:ext cx="10392799" cy="50931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630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4"/>
    </mc:Choice>
    <mc:Fallback xmlns="">
      <p:transition spd="slow" advTm="4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256B-AFAA-0D5B-60CD-EED28088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58" y="1002890"/>
            <a:ext cx="10865874" cy="648928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rgbClr val="FFFF00"/>
                </a:solidFill>
                <a:latin typeface="Aptos" panose="020B0004020202020204" pitchFamily="34" charset="0"/>
              </a:rPr>
              <a:t>cancelLation</a:t>
            </a:r>
            <a:endParaRPr lang="en-IN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CE085-8143-8916-0552-4E82FC7BB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1651819"/>
            <a:ext cx="11434915" cy="50537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081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4"/>
    </mc:Choice>
    <mc:Fallback xmlns="">
      <p:transition spd="slow" advTm="4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DE94-AAFF-7AA3-AC12-CF60A105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5" y="656219"/>
            <a:ext cx="11090787" cy="129302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ptos" panose="020B0004020202020204" pitchFamily="34" charset="0"/>
              </a:rPr>
              <a:t>ratings</a:t>
            </a:r>
            <a:endParaRPr lang="en-IN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4EC0F-19EE-5280-8DBF-9DEA278F5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8" y="1582994"/>
            <a:ext cx="11336591" cy="50636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446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1"/>
    </mc:Choice>
    <mc:Fallback xmlns="">
      <p:transition spd="slow" advTm="40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E364-FE18-6625-DD6D-9CE19450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61" y="2536722"/>
            <a:ext cx="10404987" cy="160265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Algerian" panose="04020705040A02060702" pitchFamily="82" charset="0"/>
              </a:rPr>
              <a:t>Thank you</a:t>
            </a:r>
            <a:endParaRPr lang="en-IN" sz="5400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72540F5-0600-4D16-BE18-72E463092432}"/>
              </a:ext>
            </a:extLst>
          </p:cNvPr>
          <p:cNvSpPr txBox="1">
            <a:spLocks/>
          </p:cNvSpPr>
          <p:nvPr/>
        </p:nvSpPr>
        <p:spPr>
          <a:xfrm>
            <a:off x="2949677" y="4600034"/>
            <a:ext cx="2684207" cy="5110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59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05"/>
    </mc:Choice>
    <mc:Fallback xmlns="">
      <p:transition spd="slow" advTm="135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5|1.7|1.8|1.1|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7|1.4|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2.1|1.3|2.1|1.3|1.5|1.2|1.1|2|1.3|1.3|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|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1|1.1|1.2|0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5|1|1|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1|1.1|1.2|0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.3|1.9|2|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|1.8|2.5|0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4|1.7|2.1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1|1.5|1.4|1|1.4"/>
</p:tagLst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471</TotalTime>
  <Words>299</Words>
  <Application>Microsoft Office PowerPoint</Application>
  <PresentationFormat>Widescreen</PresentationFormat>
  <Paragraphs>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Algerian</vt:lpstr>
      <vt:lpstr>Aptos</vt:lpstr>
      <vt:lpstr>Arial</vt:lpstr>
      <vt:lpstr>Arial Rounded MT Bold</vt:lpstr>
      <vt:lpstr>Century Gothic</vt:lpstr>
      <vt:lpstr>Segoe UI Variable Small Semilig</vt:lpstr>
      <vt:lpstr>Vapor Trail</vt:lpstr>
      <vt:lpstr>DATA ANALYSIS ON OLA</vt:lpstr>
      <vt:lpstr>ABOUT OLA  </vt:lpstr>
      <vt:lpstr>TOOLS USED FOR PROJECT</vt:lpstr>
      <vt:lpstr>Analysis of the dataset in python</vt:lpstr>
      <vt:lpstr>Loading the Dataset in Vs Code </vt:lpstr>
      <vt:lpstr>Handling the missing data</vt:lpstr>
      <vt:lpstr>Connecting with MySQL</vt:lpstr>
      <vt:lpstr>Exploring the dataset in MySQL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the dashboard in power bi</vt:lpstr>
      <vt:lpstr>Overall </vt:lpstr>
      <vt:lpstr>Vehicle type</vt:lpstr>
      <vt:lpstr>revenue</vt:lpstr>
      <vt:lpstr>cancelLation</vt:lpstr>
      <vt:lpstr>ratings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Samyak kocheta</cp:lastModifiedBy>
  <cp:revision>11</cp:revision>
  <dcterms:created xsi:type="dcterms:W3CDTF">2024-10-05T18:58:27Z</dcterms:created>
  <dcterms:modified xsi:type="dcterms:W3CDTF">2026-10-22T19:32:56Z</dcterms:modified>
</cp:coreProperties>
</file>